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C4843-8494-9253-4F92-28A7FD1C0F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0FD21E-3FB9-4C05-DA2D-C0655EEEF6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31344-CC23-6622-F37A-33F4E4499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19198-E8FB-4B3F-85BE-50BCEDA61C1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4DF15-B0E4-AD47-36F5-932C87032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DED81-A5BE-FA96-A6B4-F104983F0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2513-5EEA-4A71-A363-1C0798E3B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676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EFAE9-7B46-0DAF-5001-2E77A7FF6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081B9-37A3-CEB9-70ED-575B3BC8F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1328E-AB29-6C0A-00EB-0C27A3372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19198-E8FB-4B3F-85BE-50BCEDA61C1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AD5E-EF82-07F8-8CF7-60F74427D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06383-8328-FF33-E94A-16EBFA564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2513-5EEA-4A71-A363-1C0798E3B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293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633C2-9C2C-D610-79BF-62D9D4694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04989-C98E-ADE5-AE27-36FC7D52B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251E1-2FF2-770E-0950-B9B87F05B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19198-E8FB-4B3F-85BE-50BCEDA61C1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A1506-70B0-17E4-896F-5F26C84A1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C1CFA-6728-E890-BB2F-38A06467A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2513-5EEA-4A71-A363-1C0798E3B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089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D719F-204D-6DAD-3C0B-96056125F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2BDB4-AB31-B6FB-49BB-D196FAAB3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3BF0F3-A8A1-2C81-AC77-8479B68F33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471FE9-5B85-9F45-F458-148E66232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19198-E8FB-4B3F-85BE-50BCEDA61C1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E9FC1C-8655-0BB5-396D-88FE24D41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5F7CCE-5900-25E7-7525-0D41BB0AC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2513-5EEA-4A71-A363-1C0798E3B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28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0DA04-D354-3AB8-F9AD-374B7C739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3F6039-9DC2-5749-1F2A-9CDDD62E3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607DFF-8989-E371-37D5-DAA43C0558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0AAA70-8C72-AD80-F145-0A44832230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920A33-40CA-3052-3B50-6055A5699A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92EE24-DDB2-27AE-32A0-916761E93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19198-E8FB-4B3F-85BE-50BCEDA61C1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90F775-B192-62DA-12BE-A176BAB8A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FF31BE-9DFB-3B25-E266-07860229C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2513-5EEA-4A71-A363-1C0798E3B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9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34C88-9675-A9D3-EDB7-0227CD194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528EB1-10AE-FDBA-4021-9CEC2D335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19198-E8FB-4B3F-85BE-50BCEDA61C1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AB7927-2620-938D-2FBC-8A7198655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91C2F-A47D-E2FE-F206-8DEE377A7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2513-5EEA-4A71-A363-1C0798E3B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75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2002A6-4166-7292-5DB6-67C5A9EFC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19198-E8FB-4B3F-85BE-50BCEDA61C1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5849B5-2AC6-BD65-F030-27A981A55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10C8F-36C5-25DA-0653-6FFF929DE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2513-5EEA-4A71-A363-1C0798E3B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692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7C78F-125A-027A-EE51-90439666B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3D472-0783-DDDE-F356-64152A17F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B1D8C1-AECF-81FD-36EC-07C17E24B9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035B5-A9B0-A5A6-1FF7-CBD3BAA2A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19198-E8FB-4B3F-85BE-50BCEDA61C1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691D76-A0FF-C0EB-97CA-5D792DC12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E413D-7E3B-D4AF-7326-6E636681B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2513-5EEA-4A71-A363-1C0798E3B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291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31ABD-74F7-6F06-8076-8BE843FF1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42840F-F03F-3747-1FF0-6C47A52CFB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0DC1E5-1EF1-B9F6-E6C4-40E487C17D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1DC6E1-9746-4D5B-94A7-9C034ED0A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19198-E8FB-4B3F-85BE-50BCEDA61C1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22DB6-9992-F8CC-F1AB-5EFBCD854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D77EC-3A8E-4AF5-AA4D-D5BE43DBE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2513-5EEA-4A71-A363-1C0798E3B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466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F07FF-39AB-63C4-CB65-BDA2BD7D4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570C15-E773-1F02-AA3E-275C26A557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490F6-B7CF-4A4A-27EE-30FF834C6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19198-E8FB-4B3F-85BE-50BCEDA61C1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7F51A-464F-4989-38B6-97C25E7C5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5D583-11D8-A15C-EEE6-51D2E4771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2513-5EEA-4A71-A363-1C0798E3B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620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73CC28-B598-3B83-1811-A324F99404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A8E1F0-D7C3-6CCF-4ADD-CF69A4FDA1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84826-82AF-D308-815F-DA3820756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19198-E8FB-4B3F-85BE-50BCEDA61C1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C6414-5ACD-E6E1-7DD3-7EEE2DED4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01041-B414-5492-1C4B-19750BA9E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2513-5EEA-4A71-A363-1C0798E3B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558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E262F2-C093-4100-F1DF-5CEAAF638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E2B9F4-3FC5-52D6-D419-6224E2DD6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5228A-70E0-6969-2289-06D610927C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619198-E8FB-4B3F-85BE-50BCEDA61C1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1DE53-49DC-9BE9-6C69-ADE9353887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1A350-4ADD-3EEB-E59C-05487FAE03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9D2513-5EEA-4A71-A363-1C0798E3B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408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9E5B3-E64D-5150-C16F-D9466DF7F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Partially Merchandise Shelves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7386D-71F5-078F-F900-71B87E5CD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Bare Shelving Image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AC39513-4824-82A2-5525-9737334438C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387" y="2505075"/>
            <a:ext cx="3684588" cy="3684588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F51533-84E4-CE91-FA16-B68CFB759A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Partially Stocked (Template)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A63435C-E6C4-2FBE-04E3-157A91E983E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500" y="2505075"/>
            <a:ext cx="3684588" cy="368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65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BFF5513-A5F6-A52B-52FD-685D2AADE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Complete Standard Merchandising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C65AA67-7B0C-0220-4421-084ABCAA8F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Template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4AB7316-9AF3-F62F-8288-4D0B0047B55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387" y="2505075"/>
            <a:ext cx="3684588" cy="3684588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94A5C7-404A-66EA-2D58-8E01FE4229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Standard Merchandise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AB2DF5FF-EC30-11E1-5932-F622A902A89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500" y="2505075"/>
            <a:ext cx="3684588" cy="368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437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06D859FF-A88E-2F1B-F38A-DE64C7CC6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</a:t>
            </a:r>
            <a:r>
              <a:rPr lang="en-US"/>
              <a:t>Revise Standard Merchandise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FA54D70-B953-265D-A7E4-1E7FCC183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Standard Planogram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3E98C99-6E55-0ABB-1916-5453E9E198F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387" y="2505075"/>
            <a:ext cx="3684588" cy="3684588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C001FD3-B683-E076-2992-3E07D5BC19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dirty="0"/>
              <a:t>Updated Planogram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344B84D-61FF-4846-F679-C52F7512A71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500" y="2505075"/>
            <a:ext cx="3684588" cy="368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990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34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Step 1: Partially Merchandise Shelves</vt:lpstr>
      <vt:lpstr>Step 2: Complete Standard Merchandising</vt:lpstr>
      <vt:lpstr>Step 3: Revise Standard Merchandise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Joel Vinas</dc:creator>
  <cp:lastModifiedBy>Joel Vinas</cp:lastModifiedBy>
  <cp:revision>1</cp:revision>
  <dcterms:created xsi:type="dcterms:W3CDTF">2026-04-16T19:49:00Z</dcterms:created>
  <dcterms:modified xsi:type="dcterms:W3CDTF">2026-04-16T19:57:54Z</dcterms:modified>
</cp:coreProperties>
</file>